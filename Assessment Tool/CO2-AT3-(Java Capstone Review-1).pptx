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9" r:id="rId2"/>
    <p:sldId id="257" r:id="rId3"/>
    <p:sldId id="290" r:id="rId4"/>
    <p:sldId id="258" r:id="rId5"/>
    <p:sldId id="259" r:id="rId6"/>
    <p:sldId id="260" r:id="rId7"/>
    <p:sldId id="291" r:id="rId8"/>
    <p:sldId id="292" r:id="rId9"/>
    <p:sldId id="264" r:id="rId10"/>
    <p:sldId id="261" r:id="rId11"/>
    <p:sldId id="29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6D5EA-664B-487D-90F3-62B9ADD7F4F0}" v="4" dt="2026-07-28T17:47:24.586"/>
    <p1510:client id="{FB5DA1E7-3273-4638-973A-523459916C98}" v="27" dt="2026-07-29T04:35:50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rakalsubahan17@outlook.com" userId="acd941c7071c7b22" providerId="LiveId" clId="{2045C576-319B-40BB-B274-0175603C22F1}"/>
    <pc:docChg chg="undo redo custSel addSld delSld modSld sldOrd">
      <pc:chgData name="thatrakalsubahan17@outlook.com" userId="acd941c7071c7b22" providerId="LiveId" clId="{2045C576-319B-40BB-B274-0175603C22F1}" dt="2026-07-29T04:47:26.796" v="617" actId="20577"/>
      <pc:docMkLst>
        <pc:docMk/>
      </pc:docMkLst>
      <pc:sldChg chg="addSp delSp modSp mod">
        <pc:chgData name="thatrakalsubahan17@outlook.com" userId="acd941c7071c7b22" providerId="LiveId" clId="{2045C576-319B-40BB-B274-0175603C22F1}" dt="2026-07-29T04:18:11.805" v="21" actId="1076"/>
        <pc:sldMkLst>
          <pc:docMk/>
          <pc:sldMk cId="0" sldId="257"/>
        </pc:sldMkLst>
        <pc:spChg chg="add mod">
          <ac:chgData name="thatrakalsubahan17@outlook.com" userId="acd941c7071c7b22" providerId="LiveId" clId="{2045C576-319B-40BB-B274-0175603C22F1}" dt="2026-07-29T04:18:08.651" v="20" actId="1076"/>
          <ac:spMkLst>
            <pc:docMk/>
            <pc:sldMk cId="0" sldId="257"/>
            <ac:spMk id="2" creationId="{AE17C43D-7953-5BC1-E54E-298B9B3C2AC4}"/>
          </ac:spMkLst>
        </pc:spChg>
        <pc:spChg chg="mod">
          <ac:chgData name="thatrakalsubahan17@outlook.com" userId="acd941c7071c7b22" providerId="LiveId" clId="{2045C576-319B-40BB-B274-0175603C22F1}" dt="2026-07-29T04:18:11.805" v="21" actId="1076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thatrakalsubahan17@outlook.com" userId="acd941c7071c7b22" providerId="LiveId" clId="{2045C576-319B-40BB-B274-0175603C22F1}" dt="2026-07-29T04:17:06.848" v="7" actId="478"/>
          <ac:spMkLst>
            <pc:docMk/>
            <pc:sldMk cId="0" sldId="257"/>
            <ac:spMk id="5" creationId="{00000000-0000-0000-0000-000000000000}"/>
          </ac:spMkLst>
        </pc:spChg>
      </pc:sldChg>
      <pc:sldChg chg="modSp mod ord">
        <pc:chgData name="thatrakalsubahan17@outlook.com" userId="acd941c7071c7b22" providerId="LiveId" clId="{2045C576-319B-40BB-B274-0175603C22F1}" dt="2026-07-29T04:37:33.741" v="571" actId="255"/>
        <pc:sldMkLst>
          <pc:docMk/>
          <pc:sldMk cId="0" sldId="258"/>
        </pc:sldMkLst>
        <pc:spChg chg="mod">
          <ac:chgData name="thatrakalsubahan17@outlook.com" userId="acd941c7071c7b22" providerId="LiveId" clId="{2045C576-319B-40BB-B274-0175603C22F1}" dt="2026-07-29T04:23:34.008" v="193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7:33.741" v="571" actId="255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thatrakalsubahan17@outlook.com" userId="acd941c7071c7b22" providerId="LiveId" clId="{2045C576-319B-40BB-B274-0175603C22F1}" dt="2026-07-29T04:24:00.785" v="195" actId="1076"/>
        <pc:sldMkLst>
          <pc:docMk/>
          <pc:sldMk cId="0" sldId="259"/>
        </pc:sldMkLst>
        <pc:spChg chg="add mod">
          <ac:chgData name="thatrakalsubahan17@outlook.com" userId="acd941c7071c7b22" providerId="LiveId" clId="{2045C576-319B-40BB-B274-0175603C22F1}" dt="2026-07-29T04:24:00.785" v="195" actId="1076"/>
          <ac:spMkLst>
            <pc:docMk/>
            <pc:sldMk cId="0" sldId="259"/>
            <ac:spMk id="2" creationId="{61400630-22AB-53EF-E8DD-7AB0B0AB996D}"/>
          </ac:spMkLst>
        </pc:spChg>
        <pc:spChg chg="add mod">
          <ac:chgData name="thatrakalsubahan17@outlook.com" userId="acd941c7071c7b22" providerId="LiveId" clId="{2045C576-319B-40BB-B274-0175603C22F1}" dt="2026-07-29T04:23:13.239" v="189" actId="20577"/>
          <ac:spMkLst>
            <pc:docMk/>
            <pc:sldMk cId="0" sldId="259"/>
            <ac:spMk id="3" creationId="{FE6ECE05-AD0A-7F29-5B95-27F8F5F0C517}"/>
          </ac:spMkLst>
        </pc:spChg>
        <pc:spChg chg="del">
          <ac:chgData name="thatrakalsubahan17@outlook.com" userId="acd941c7071c7b22" providerId="LiveId" clId="{2045C576-319B-40BB-B274-0175603C22F1}" dt="2026-07-29T04:20:40.851" v="117" actId="478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thatrakalsubahan17@outlook.com" userId="acd941c7071c7b22" providerId="LiveId" clId="{2045C576-319B-40BB-B274-0175603C22F1}" dt="2026-07-29T04:30:17.988" v="375" actId="11"/>
        <pc:sldMkLst>
          <pc:docMk/>
          <pc:sldMk cId="0" sldId="260"/>
        </pc:sldMkLst>
        <pc:spChg chg="mod">
          <ac:chgData name="thatrakalsubahan17@outlook.com" userId="acd941c7071c7b22" providerId="LiveId" clId="{2045C576-319B-40BB-B274-0175603C22F1}" dt="2026-07-29T04:25:18.679" v="309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0:17.988" v="375" actId="11"/>
          <ac:spMkLst>
            <pc:docMk/>
            <pc:sldMk cId="0" sldId="260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24:10.578" v="196" actId="478"/>
          <ac:picMkLst>
            <pc:docMk/>
            <pc:sldMk cId="0" sldId="260"/>
            <ac:picMk id="9" creationId="{65F5D94A-3B76-84C1-0271-7F553B348D7B}"/>
          </ac:picMkLst>
        </pc:picChg>
      </pc:sldChg>
      <pc:sldChg chg="addSp delSp modSp mod">
        <pc:chgData name="thatrakalsubahan17@outlook.com" userId="acd941c7071c7b22" providerId="LiveId" clId="{2045C576-319B-40BB-B274-0175603C22F1}" dt="2026-07-29T04:44:03.625" v="611" actId="1076"/>
        <pc:sldMkLst>
          <pc:docMk/>
          <pc:sldMk cId="0" sldId="261"/>
        </pc:sldMkLst>
        <pc:spChg chg="mod">
          <ac:chgData name="thatrakalsubahan17@outlook.com" userId="acd941c7071c7b22" providerId="LiveId" clId="{2045C576-319B-40BB-B274-0175603C22F1}" dt="2026-07-29T04:31:06.576" v="433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3:35.973" v="494" actId="255"/>
          <ac:spMkLst>
            <pc:docMk/>
            <pc:sldMk cId="0" sldId="261"/>
            <ac:spMk id="5" creationId="{00000000-0000-0000-0000-000000000000}"/>
          </ac:spMkLst>
        </pc:spChg>
        <pc:picChg chg="add del mod modCrop">
          <ac:chgData name="thatrakalsubahan17@outlook.com" userId="acd941c7071c7b22" providerId="LiveId" clId="{2045C576-319B-40BB-B274-0175603C22F1}" dt="2026-07-29T04:44:03.625" v="611" actId="1076"/>
          <ac:picMkLst>
            <pc:docMk/>
            <pc:sldMk cId="0" sldId="261"/>
            <ac:picMk id="2" creationId="{0D133C38-E808-7355-31B8-ECE498BAAF00}"/>
          </ac:picMkLst>
        </pc:picChg>
        <pc:picChg chg="del">
          <ac:chgData name="thatrakalsubahan17@outlook.com" userId="acd941c7071c7b22" providerId="LiveId" clId="{2045C576-319B-40BB-B274-0175603C22F1}" dt="2026-07-29T04:30:41.843" v="376" actId="478"/>
          <ac:picMkLst>
            <pc:docMk/>
            <pc:sldMk cId="0" sldId="261"/>
            <ac:picMk id="9" creationId="{33443CE5-EF74-A743-7A0C-779843471E01}"/>
          </ac:picMkLst>
        </pc:picChg>
      </pc:sldChg>
      <pc:sldChg chg="addSp delSp modSp mod ord">
        <pc:chgData name="thatrakalsubahan17@outlook.com" userId="acd941c7071c7b22" providerId="LiveId" clId="{2045C576-319B-40BB-B274-0175603C22F1}" dt="2026-07-29T04:33:42.978" v="496"/>
        <pc:sldMkLst>
          <pc:docMk/>
          <pc:sldMk cId="0" sldId="264"/>
        </pc:sldMkLst>
        <pc:spChg chg="add mod">
          <ac:chgData name="thatrakalsubahan17@outlook.com" userId="acd941c7071c7b22" providerId="LiveId" clId="{2045C576-319B-40BB-B274-0175603C22F1}" dt="2026-07-29T04:33:12.900" v="492" actId="122"/>
          <ac:spMkLst>
            <pc:docMk/>
            <pc:sldMk cId="0" sldId="264"/>
            <ac:spMk id="3" creationId="{26A2BB36-BC9F-C98C-6E6A-3DD3A6CC78DA}"/>
          </ac:spMkLst>
        </pc:spChg>
        <pc:spChg chg="mod">
          <ac:chgData name="thatrakalsubahan17@outlook.com" userId="acd941c7071c7b22" providerId="LiveId" clId="{2045C576-319B-40BB-B274-0175603C22F1}" dt="2026-07-29T04:32:02.265" v="478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3:17.756" v="493" actId="12"/>
          <ac:spMkLst>
            <pc:docMk/>
            <pc:sldMk cId="0" sldId="264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31:56.246" v="453" actId="478"/>
          <ac:picMkLst>
            <pc:docMk/>
            <pc:sldMk cId="0" sldId="264"/>
            <ac:picMk id="2" creationId="{00000000-0000-0000-0000-000000000000}"/>
          </ac:picMkLst>
        </pc:picChg>
      </pc:sldChg>
      <pc:sldChg chg="delSp modSp mod">
        <pc:chgData name="thatrakalsubahan17@outlook.com" userId="acd941c7071c7b22" providerId="LiveId" clId="{2045C576-319B-40BB-B274-0175603C22F1}" dt="2026-07-29T04:35:04.060" v="557" actId="1076"/>
        <pc:sldMkLst>
          <pc:docMk/>
          <pc:sldMk cId="0" sldId="265"/>
        </pc:sldMkLst>
        <pc:spChg chg="mod">
          <ac:chgData name="thatrakalsubahan17@outlook.com" userId="acd941c7071c7b22" providerId="LiveId" clId="{2045C576-319B-40BB-B274-0175603C22F1}" dt="2026-07-29T04:35:04.060" v="55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4:49.156" v="555" actId="1076"/>
          <ac:spMkLst>
            <pc:docMk/>
            <pc:sldMk cId="0" sldId="265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33:56.653" v="497" actId="478"/>
          <ac:picMkLst>
            <pc:docMk/>
            <pc:sldMk cId="0" sldId="265"/>
            <ac:picMk id="14" creationId="{49E8FAF5-4A25-84C4-44F8-29045A2EF18E}"/>
          </ac:picMkLst>
        </pc:picChg>
      </pc:sldChg>
      <pc:sldChg chg="del">
        <pc:chgData name="thatrakalsubahan17@outlook.com" userId="acd941c7071c7b22" providerId="LiveId" clId="{2045C576-319B-40BB-B274-0175603C22F1}" dt="2026-07-29T04:35:38.069" v="558" actId="2696"/>
        <pc:sldMkLst>
          <pc:docMk/>
          <pc:sldMk cId="0" sldId="266"/>
        </pc:sldMkLst>
      </pc:sldChg>
      <pc:sldChg chg="modSp mod">
        <pc:chgData name="thatrakalsubahan17@outlook.com" userId="acd941c7071c7b22" providerId="LiveId" clId="{2045C576-319B-40BB-B274-0175603C22F1}" dt="2026-07-29T04:36:56.013" v="570" actId="1076"/>
        <pc:sldMkLst>
          <pc:docMk/>
          <pc:sldMk cId="0" sldId="267"/>
        </pc:sldMkLst>
        <pc:spChg chg="mod">
          <ac:chgData name="thatrakalsubahan17@outlook.com" userId="acd941c7071c7b22" providerId="LiveId" clId="{2045C576-319B-40BB-B274-0175603C22F1}" dt="2026-07-29T04:36:56.013" v="57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6:24.501" v="565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thatrakalsubahan17@outlook.com" userId="acd941c7071c7b22" providerId="LiveId" clId="{2045C576-319B-40BB-B274-0175603C22F1}" dt="2026-07-29T04:47:26.796" v="617" actId="20577"/>
        <pc:sldMkLst>
          <pc:docMk/>
          <pc:sldMk cId="2747240544" sldId="289"/>
        </pc:sldMkLst>
        <pc:spChg chg="mod">
          <ac:chgData name="thatrakalsubahan17@outlook.com" userId="acd941c7071c7b22" providerId="LiveId" clId="{2045C576-319B-40BB-B274-0175603C22F1}" dt="2026-07-29T04:47:26.796" v="617" actId="20577"/>
          <ac:spMkLst>
            <pc:docMk/>
            <pc:sldMk cId="2747240544" sldId="289"/>
            <ac:spMk id="7" creationId="{88B2EF99-82AA-F1F2-9A6E-5718A160EF18}"/>
          </ac:spMkLst>
        </pc:spChg>
      </pc:sldChg>
      <pc:sldChg chg="addSp delSp modSp add mod">
        <pc:chgData name="thatrakalsubahan17@outlook.com" userId="acd941c7071c7b22" providerId="LiveId" clId="{2045C576-319B-40BB-B274-0175603C22F1}" dt="2026-07-29T04:37:45.599" v="573" actId="1076"/>
        <pc:sldMkLst>
          <pc:docMk/>
          <pc:sldMk cId="822373472" sldId="290"/>
        </pc:sldMkLst>
        <pc:spChg chg="add mod">
          <ac:chgData name="thatrakalsubahan17@outlook.com" userId="acd941c7071c7b22" providerId="LiveId" clId="{2045C576-319B-40BB-B274-0175603C22F1}" dt="2026-07-29T04:37:45.599" v="573" actId="1076"/>
          <ac:spMkLst>
            <pc:docMk/>
            <pc:sldMk cId="822373472" sldId="290"/>
            <ac:spMk id="2" creationId="{561F0D18-9889-2140-D361-BE8DAD21DC8D}"/>
          </ac:spMkLst>
        </pc:spChg>
        <pc:spChg chg="mod">
          <ac:chgData name="thatrakalsubahan17@outlook.com" userId="acd941c7071c7b22" providerId="LiveId" clId="{2045C576-319B-40BB-B274-0175603C22F1}" dt="2026-07-29T04:19:46.774" v="68" actId="1076"/>
          <ac:spMkLst>
            <pc:docMk/>
            <pc:sldMk cId="822373472" sldId="290"/>
            <ac:spMk id="4" creationId="{20DA9B9C-9C1F-C1B6-ABBC-088B0E145F98}"/>
          </ac:spMkLst>
        </pc:spChg>
        <pc:spChg chg="del">
          <ac:chgData name="thatrakalsubahan17@outlook.com" userId="acd941c7071c7b22" providerId="LiveId" clId="{2045C576-319B-40BB-B274-0175603C22F1}" dt="2026-07-29T04:18:50.042" v="23" actId="478"/>
          <ac:spMkLst>
            <pc:docMk/>
            <pc:sldMk cId="822373472" sldId="290"/>
            <ac:spMk id="5" creationId="{EA17B627-1EF0-E3F7-3FB7-1D1947261736}"/>
          </ac:spMkLst>
        </pc:spChg>
      </pc:sldChg>
      <pc:sldChg chg="modSp add mod">
        <pc:chgData name="thatrakalsubahan17@outlook.com" userId="acd941c7071c7b22" providerId="LiveId" clId="{2045C576-319B-40BB-B274-0175603C22F1}" dt="2026-07-29T04:30:01.290" v="373" actId="11"/>
        <pc:sldMkLst>
          <pc:docMk/>
          <pc:sldMk cId="75818756" sldId="291"/>
        </pc:sldMkLst>
        <pc:spChg chg="mod">
          <ac:chgData name="thatrakalsubahan17@outlook.com" userId="acd941c7071c7b22" providerId="LiveId" clId="{2045C576-319B-40BB-B274-0175603C22F1}" dt="2026-07-29T04:27:41.417" v="317" actId="113"/>
          <ac:spMkLst>
            <pc:docMk/>
            <pc:sldMk cId="75818756" sldId="291"/>
            <ac:spMk id="4" creationId="{D731462E-ADC6-4F16-DB5F-A47D4D4CEE02}"/>
          </ac:spMkLst>
        </pc:spChg>
        <pc:spChg chg="mod">
          <ac:chgData name="thatrakalsubahan17@outlook.com" userId="acd941c7071c7b22" providerId="LiveId" clId="{2045C576-319B-40BB-B274-0175603C22F1}" dt="2026-07-29T04:30:01.290" v="373" actId="11"/>
          <ac:spMkLst>
            <pc:docMk/>
            <pc:sldMk cId="75818756" sldId="291"/>
            <ac:spMk id="5" creationId="{84068C86-17F1-551D-B9DF-D917A8D46A55}"/>
          </ac:spMkLst>
        </pc:spChg>
      </pc:sldChg>
      <pc:sldChg chg="modSp add mod">
        <pc:chgData name="thatrakalsubahan17@outlook.com" userId="acd941c7071c7b22" providerId="LiveId" clId="{2045C576-319B-40BB-B274-0175603C22F1}" dt="2026-07-29T04:29:48.282" v="371" actId="5793"/>
        <pc:sldMkLst>
          <pc:docMk/>
          <pc:sldMk cId="1782216241" sldId="292"/>
        </pc:sldMkLst>
        <pc:spChg chg="mod">
          <ac:chgData name="thatrakalsubahan17@outlook.com" userId="acd941c7071c7b22" providerId="LiveId" clId="{2045C576-319B-40BB-B274-0175603C22F1}" dt="2026-07-29T04:28:57.754" v="363" actId="113"/>
          <ac:spMkLst>
            <pc:docMk/>
            <pc:sldMk cId="1782216241" sldId="292"/>
            <ac:spMk id="4" creationId="{B2AF1F51-C6EB-0202-333A-01EB408305AD}"/>
          </ac:spMkLst>
        </pc:spChg>
        <pc:spChg chg="mod">
          <ac:chgData name="thatrakalsubahan17@outlook.com" userId="acd941c7071c7b22" providerId="LiveId" clId="{2045C576-319B-40BB-B274-0175603C22F1}" dt="2026-07-29T04:29:48.282" v="371" actId="5793"/>
          <ac:spMkLst>
            <pc:docMk/>
            <pc:sldMk cId="1782216241" sldId="292"/>
            <ac:spMk id="5" creationId="{DA9519EB-7E14-9F58-4AE5-7851FCBBC64D}"/>
          </ac:spMkLst>
        </pc:spChg>
      </pc:sldChg>
      <pc:sldChg chg="addSp modSp new mod">
        <pc:chgData name="thatrakalsubahan17@outlook.com" userId="acd941c7071c7b22" providerId="LiveId" clId="{2045C576-319B-40BB-B274-0175603C22F1}" dt="2026-07-29T04:39:43.209" v="578" actId="1076"/>
        <pc:sldMkLst>
          <pc:docMk/>
          <pc:sldMk cId="674436863" sldId="293"/>
        </pc:sldMkLst>
        <pc:picChg chg="add mod modCrop">
          <ac:chgData name="thatrakalsubahan17@outlook.com" userId="acd941c7071c7b22" providerId="LiveId" clId="{2045C576-319B-40BB-B274-0175603C22F1}" dt="2026-07-29T04:39:43.209" v="578" actId="1076"/>
          <ac:picMkLst>
            <pc:docMk/>
            <pc:sldMk cId="674436863" sldId="293"/>
            <ac:picMk id="2" creationId="{6110245E-94C9-12DB-2750-254B00CE2C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7ED26E9-BA8F-E31B-21D7-CE9A554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E6A9AA4C-2540-19FE-293C-F9108E32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6635BAB-1402-43D3-E669-C7FDF75B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5ED5C1A-C522-CC12-B7E4-D2044E66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4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4ED5D28-F798-FD30-697D-DE35EAF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23B9A38-EBBA-2131-51BF-DB68F283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725A5038-C06F-3A3F-6E03-498D60A2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E574F30-3822-C83A-DB56-9F29EDCA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2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DB95508-3CFF-D885-04E2-6CE1BBF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CDD542E2-006E-3489-879E-6F01D58F5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2339E707-A6E1-4737-C44E-B3C22B0C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C0A60C3-7970-EC27-A90D-483A94746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09820"/>
            <a:ext cx="7886700" cy="99417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Crowd-Sourced Community Infrastructure Damage Mapping with Severity Prioritization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7" y="2571750"/>
            <a:ext cx="7886700" cy="27292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CSA0925-PROGRAMMING IN JAVA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B2EF99-82AA-F1F2-9A6E-5718A160EF18}"/>
              </a:ext>
            </a:extLst>
          </p:cNvPr>
          <p:cNvSpPr txBox="1"/>
          <p:nvPr/>
        </p:nvSpPr>
        <p:spPr>
          <a:xfrm>
            <a:off x="6239022" y="3672812"/>
            <a:ext cx="263769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itchFamily="18" charset="0"/>
                <a:cs typeface="Times New Roman" pitchFamily="18" charset="0"/>
              </a:rPr>
              <a:t>Name of the student :</a:t>
            </a:r>
          </a:p>
          <a:p>
            <a:r>
              <a:rPr lang="en-IN" sz="13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K.Dhilip</a:t>
            </a:r>
            <a:r>
              <a:rPr lang="en-IN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192365013)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Lithish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R (192424169</a:t>
            </a:r>
            <a:r>
              <a:rPr lang="en-IN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</a:t>
            </a:r>
            <a:r>
              <a:rPr lang="en-IN" sz="13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Subahaan</a:t>
            </a:r>
            <a:r>
              <a:rPr lang="en-IN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(192572165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AC0B79C-0873-08C5-C549-9711070DE923}"/>
              </a:ext>
            </a:extLst>
          </p:cNvPr>
          <p:cNvSpPr txBox="1"/>
          <p:nvPr/>
        </p:nvSpPr>
        <p:spPr>
          <a:xfrm>
            <a:off x="628650" y="3672812"/>
            <a:ext cx="2030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itchFamily="18" charset="0"/>
                <a:cs typeface="Times New Roman" pitchFamily="18" charset="0"/>
              </a:rPr>
              <a:t>Guided by :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Sivasankar</a:t>
            </a:r>
            <a:r>
              <a:rPr lang="en-IN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=""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4" y="237952"/>
            <a:ext cx="4062270" cy="831193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=""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762774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Problem Background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=""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247749" y="1643449"/>
            <a:ext cx="40647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Application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Domain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Smart City Management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Infrastructure Monitoring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Civic Issue Reporting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Current Scenario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Manual inspections are time-consuming.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Many issues go unnoticed or are reported late.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No centralized tracking system.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Delayed repair and poor resource allocation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10215" y="1643449"/>
            <a:ext cx="43245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Need for the Project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Enable citizens to report issues easily.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Prioritize repairs based on severity.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Improve response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Increase transparency and accountability.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Target Users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Citizens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Municipal Authorities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Maintenance Teams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City Administrators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=""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Statement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132405" y="1437208"/>
            <a:ext cx="42372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Delayed detection of infrastructure damage.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Lack of real-time ground-level monitoring.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Inefficient repair prioritization.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Evidence / Statistics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Many civic issues remain unreported or unresolved for weeks.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Manual inspections cover only a small area at a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Delayed repairs increase maintenance costs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43850" y="1437208"/>
            <a:ext cx="39093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Limitations of Current Systems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Manual and time-consuming process.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No centralized reporting platform.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Poor citizen participation.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Limited tracking and transparency.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Expected Impact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Faster issue reporting and response.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Priority-based repair planning.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Better resource utilization.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Improved citizen satisfaction and safer communities.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23419" y="696348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643" y="1231702"/>
            <a:ext cx="8876714" cy="23633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Primary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Develop a crowd-sourced platform for reporting and prioritizing infrastructure damage.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Measurable Objectives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Enable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geotagged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issue reporting by citizens.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Classify and prioritize damage based on severity.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Generate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heatmaps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quick decision-making.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Track repair status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Improve response time and transparency.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Project Scope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Citizen issue reporting.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Severity analysis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generation.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Authority task assignment and tracking.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Status updates for citizens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F0CCF27A-B923-CFB2-E34D-92165293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51F78C6F-61BB-F36E-4E4F-5F4B50855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1400630-22AB-53EF-E8DD-7AB0B0AB996D}"/>
              </a:ext>
            </a:extLst>
          </p:cNvPr>
          <p:cNvSpPr txBox="1"/>
          <p:nvPr/>
        </p:nvSpPr>
        <p:spPr>
          <a:xfrm>
            <a:off x="474786" y="635528"/>
            <a:ext cx="774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E6ECE05-AD0A-7F29-5B95-27F8F5F0C517}"/>
              </a:ext>
            </a:extLst>
          </p:cNvPr>
          <p:cNvSpPr txBox="1"/>
          <p:nvPr/>
        </p:nvSpPr>
        <p:spPr>
          <a:xfrm>
            <a:off x="590844" y="963949"/>
            <a:ext cx="751214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Recent Papers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AI-based Road Damage Detection (2024)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Smart City Infrastructure Monitoring (2023)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Crowd-Sourced Civic Issue Reporting (2023)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Deep Learning for Infrastructure Inspection (2024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051324"/>
              </p:ext>
            </p:extLst>
          </p:nvPr>
        </p:nvGraphicFramePr>
        <p:xfrm>
          <a:off x="636608" y="2441277"/>
          <a:ext cx="825274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222"/>
                <a:gridCol w="2384385"/>
                <a:gridCol w="3044142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Existing Work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Strength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Limitation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AI Road Damage Detection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Accurate</a:t>
                      </a:r>
                      <a:r>
                        <a:rPr lang="en-IN" sz="16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detection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No citizen reporting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Smart City Monitoring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Real-time monitoring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Limited public participation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Crowd-Sourced Reporting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Easy issue reporting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No severity</a:t>
                      </a:r>
                      <a:r>
                        <a:rPr lang="en-IN" sz="16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prioritization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GIS Damage Mapping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Location-based analysis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No repair tracking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6608" y="4295477"/>
            <a:ext cx="82527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Research Gap</a:t>
            </a: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No integrated platform combining citizen reporting,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everity-based prioritization,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visualization, and repair status tracking in a single system.</a:t>
            </a:r>
          </a:p>
          <a:p>
            <a:pPr algn="just"/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598145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Existing </a:t>
            </a:r>
            <a:r>
              <a:rPr lang="en-IN" sz="2400" b="1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 Proposed System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199" y="1943100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Faster issue identification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Severity-based repair prioritization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Improved transparency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Better resource utilization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Increased citizen participation 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Novelty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Integrates crowd-sourced reporting, severity scoring,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visualization, and authority action tracking into one smart platform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423756"/>
              </p:ext>
            </p:extLst>
          </p:nvPr>
        </p:nvGraphicFramePr>
        <p:xfrm>
          <a:off x="590306" y="1169043"/>
          <a:ext cx="7592994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6497"/>
                <a:gridCol w="3796497"/>
              </a:tblGrid>
              <a:tr h="238117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Existing System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Proposed System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Manual inspections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Citizen-based reporting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Delayed issue detection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Real-time reporting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No severity prioritization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AI-based severity scoring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Limited tracking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Live repair status tracking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97568F4-9537-9BBE-8E77-0E944199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="" xmlns:a16="http://schemas.microsoft.com/office/drawing/2014/main" id="{D731462E-ADC6-4F16-DB5F-A47D4D4CEE02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Requirements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="" xmlns:a16="http://schemas.microsoft.com/office/drawing/2014/main" id="{84068C86-17F1-551D-B9DF-D917A8D46A55}"/>
              </a:ext>
            </a:extLst>
          </p:cNvPr>
          <p:cNvSpPr/>
          <p:nvPr/>
        </p:nvSpPr>
        <p:spPr>
          <a:xfrm>
            <a:off x="457201" y="1227482"/>
            <a:ext cx="4233720" cy="39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Functional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Requirements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Report infrastructure issues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Upload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geotagged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photos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Generate severity scores &amp;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heatmaps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Track repair status</a:t>
            </a:r>
          </a:p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Non-Functional Requirements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User-friendly interface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Secure and reliable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Scalable performance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Fast response time</a:t>
            </a:r>
          </a:p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Computer/Laptop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Smartphone with GPS &amp; Camera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Internet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connection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90921" y="1262206"/>
            <a:ext cx="38938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Frontend: HTML, CSS, JavaScript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Backend: Python (Flask/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Django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Database: MySQL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Tools: VS Code, Git </a:t>
            </a:r>
          </a:p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Dataset / APIs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OpenStreetMap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/ Google Maps API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GPS Location API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Municipal infrastructure datasets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Image dataset for damage classification (if AI is used)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964A06C2-C02C-6D48-8412-CE561BA8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="" xmlns:a16="http://schemas.microsoft.com/office/drawing/2014/main" id="{B2AF1F51-C6EB-0202-333A-01EB408305AD}"/>
              </a:ext>
            </a:extLst>
          </p:cNvPr>
          <p:cNvSpPr/>
          <p:nvPr/>
        </p:nvSpPr>
        <p:spPr>
          <a:xfrm>
            <a:off x="355209" y="630411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="" xmlns:a16="http://schemas.microsoft.com/office/drawing/2014/main" id="{DA9519EB-7E14-9F58-4AE5-7851FCBBC64D}"/>
              </a:ext>
            </a:extLst>
          </p:cNvPr>
          <p:cNvSpPr/>
          <p:nvPr/>
        </p:nvSpPr>
        <p:spPr>
          <a:xfrm>
            <a:off x="457200" y="1361049"/>
            <a:ext cx="401280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87068" y="1220672"/>
            <a:ext cx="47359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Workflow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Citizen reports an issue.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System analyzes severity and location.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identifies priority areas.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Authority assigns repair work.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Maintenance team updates status.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Citizen receives progress updates.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Module Description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Reporting Module: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Submit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geotagged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complaints.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Severity &amp;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Module: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Prioritize issues based on impact.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Action Tracking Module: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Monitor repair progress and notify users.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45" y="1647510"/>
            <a:ext cx="1136483" cy="339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42036" y="1219723"/>
            <a:ext cx="178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Block Diagram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16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0810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/>
              <a:t>Work Breakdown Structure (WBS)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Requirement Analysis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System Design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Development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Testing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Deployment &amp;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Documentation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EAD7DE1C-7AC9-0271-EED6-CEECE7E1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49237"/>
            <a:ext cx="4062270" cy="48533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BBF5D320-9BA9-E228-0E05-56BE499C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6A2BB36-BC9F-C98C-6E6A-3DD3A6CC78DA}"/>
              </a:ext>
            </a:extLst>
          </p:cNvPr>
          <p:cNvSpPr txBox="1"/>
          <p:nvPr/>
        </p:nvSpPr>
        <p:spPr>
          <a:xfrm>
            <a:off x="2319195" y="679844"/>
            <a:ext cx="4505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Planning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585576"/>
              </p:ext>
            </p:extLst>
          </p:nvPr>
        </p:nvGraphicFramePr>
        <p:xfrm>
          <a:off x="543656" y="3314700"/>
          <a:ext cx="638846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232"/>
                <a:gridCol w="3194232"/>
              </a:tblGrid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Risk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Mitigation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Incorrect reports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Verification &amp; image validation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GPS/Location errors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Accurate </a:t>
                      </a:r>
                      <a:r>
                        <a:rPr lang="en-IN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geotagging</a:t>
                      </a:r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 APIs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Low user participation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Simple and user-friendly app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Server downtime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 smtClean="0">
                          <a:latin typeface="Times New Roman" pitchFamily="18" charset="0"/>
                          <a:cs typeface="Times New Roman" pitchFamily="18" charset="0"/>
                        </a:rPr>
                        <a:t>Regular</a:t>
                      </a:r>
                      <a:r>
                        <a:rPr lang="en-IN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backup &amp; cloud hosting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3656" y="2977978"/>
            <a:ext cx="361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Risk Analysis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64234"/>
            <a:ext cx="8229600" cy="587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Expected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Outcomes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934171"/>
            <a:ext cx="8348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Deliverables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Web/Mobile reporting application</a:t>
            </a: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Severity scoring &amp;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dashboard</a:t>
            </a: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Authority action tracking system</a:t>
            </a: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Project report and documentation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Benefits</a:t>
            </a: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Faster infrastructure issue reporting</a:t>
            </a: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Priority-based repair management</a:t>
            </a: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Improved transparency and accountability</a:t>
            </a:r>
          </a:p>
          <a:p>
            <a:pPr algn="just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Better citizen engagement and safer communities</a:t>
            </a:r>
          </a:p>
          <a:p>
            <a:pPr algn="just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References (IEEE)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S. Kumar and R. Singh, “AI-Based Road Damage Detection,”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IEEE Access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vol. 12, pp. 12345–12356, 2024.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J. Wang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et al.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“Smart City Infrastructure Monitoring Using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,”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IEEE Internet of Things Journal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vol. 10, no. 5, pp. 4567–4578, 2023.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A. Sharma and P.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Verma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“Crowd-Sourced Civic Issue Reporting System,”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IEEE Access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vol. 11, pp. 98765–98776, 2023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=""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=""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5,895 Thank You Sign Royalty-Free Images, Stock Photos &amp; Pictures |  Shutterstock">
            <a:extLst>
              <a:ext uri="{FF2B5EF4-FFF2-40B4-BE49-F238E27FC236}">
                <a16:creationId xmlns="" xmlns:a16="http://schemas.microsoft.com/office/drawing/2014/main" id="{6110245E-94C9-12DB-2750-254B00CE2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33"/>
          <a:stretch>
            <a:fillRect/>
          </a:stretch>
        </p:blipFill>
        <p:spPr>
          <a:xfrm>
            <a:off x="1540412" y="1208099"/>
            <a:ext cx="5944626" cy="30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3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829</Words>
  <Application>Microsoft Office PowerPoint</Application>
  <PresentationFormat>On-screen Show (16:9)</PresentationFormat>
  <Paragraphs>197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Crowd-Sourced Community Infrastructure Damage Mapping with Severity Prioritization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Intelligent Smart Agriculture Management System Using Data Structures A</dc:title>
  <dc:subject>Design And Development Of An Intelligent Smart Agriculture Management System Using Data Structures A</dc:subject>
  <dc:creator>SlideMake.com</dc:creator>
  <cp:lastModifiedBy>ADMIN</cp:lastModifiedBy>
  <cp:revision>9</cp:revision>
  <dcterms:created xsi:type="dcterms:W3CDTF">2026-07-22T02:09:05Z</dcterms:created>
  <dcterms:modified xsi:type="dcterms:W3CDTF">2026-08-02T09:57:17Z</dcterms:modified>
</cp:coreProperties>
</file>